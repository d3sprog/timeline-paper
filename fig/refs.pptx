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394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6970" algn="l" defTabSz="91394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3941" algn="l" defTabSz="91394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0911" algn="l" defTabSz="91394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7882" algn="l" defTabSz="91394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4852" algn="l" defTabSz="91394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1823" algn="l" defTabSz="91394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8793" algn="l" defTabSz="91394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5764" algn="l" defTabSz="91394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EFDD"/>
    <a:srgbClr val="8C6CD1"/>
    <a:srgbClr val="FCEFCD"/>
    <a:srgbClr val="E3E3E3"/>
    <a:srgbClr val="CCEBC5"/>
    <a:srgbClr val="DECBE4"/>
    <a:srgbClr val="FFFFCC"/>
    <a:srgbClr val="B3CDE3"/>
    <a:srgbClr val="FBB4AE"/>
    <a:srgbClr val="FDCD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46" autoAdjust="0"/>
    <p:restoredTop sz="94660"/>
  </p:normalViewPr>
  <p:slideViewPr>
    <p:cSldViewPr snapToGrid="0">
      <p:cViewPr>
        <p:scale>
          <a:sx n="244" d="100"/>
          <a:sy n="244" d="100"/>
        </p:scale>
        <p:origin x="11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DE3AF-5058-E968-3A9F-930275004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2" y="1122361"/>
            <a:ext cx="9144002" cy="238760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88E4C-AAF2-DEE1-05B6-A1AEC5D22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2" y="3602043"/>
            <a:ext cx="9144002" cy="16557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3C95B-2697-184F-EDAB-0C05E716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45C1-95A9-49A7-B925-B7A857AFD00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6E1CF-60A6-C6B2-8732-770180ABF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9896E-F520-628B-C46A-7F816639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48F5-CBC5-41A9-916A-BE3A9ECC9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878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39A0D-F0F0-6078-7DE8-EA0B057C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C8DCF-8DF8-3CEF-D0DB-67484D80A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DE50C-D037-B7FA-1DAD-35879E8A1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45C1-95A9-49A7-B925-B7A857AFD00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24B80-9549-D4DB-E79D-03B3A17C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288D1-8367-94AE-B947-A6C218C7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48F5-CBC5-41A9-916A-BE3A9ECC9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464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A27C-FCE4-44F5-2AC1-0D021CFE0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99780-BBB0-C885-7C93-394500FC8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E635F-ED97-4509-E4A5-0DFDC9B17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45C1-95A9-49A7-B925-B7A857AFD00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8893F-50CD-BD71-E527-9DEAF0D5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CB984-6C9A-13B0-5942-DF92C8F4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48F5-CBC5-41A9-916A-BE3A9ECC9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409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7DF21-4D8B-D009-7D42-AFA9E4353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9D437-9D70-2AC3-99C1-6C1A175FE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7" y="1825626"/>
            <a:ext cx="5181603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0606F-8342-CFD5-9BF1-A2BFC1E2D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3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EE92B-7647-BECA-73D1-5FDD3B2D2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45C1-95A9-49A7-B925-B7A857AFD00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72D7D-646F-E0F4-55C1-0B253CF3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F4305-7EBC-8BEE-4537-2182FA7B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48F5-CBC5-41A9-916A-BE3A9ECC9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293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C1E5-F50C-3422-1144-FD6222833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1C519-CCCF-BD01-8B8A-EE7A6B743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2" y="1681168"/>
            <a:ext cx="5157784" cy="8239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A6F9B-8509-3210-C236-14188D23D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2" y="2505078"/>
            <a:ext cx="5157784" cy="368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39B09-55F1-4A6C-06DF-1ED7E94F25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8"/>
            <a:ext cx="5183187" cy="8239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AE8D4-2540-BBC2-93C6-D7F114B39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8"/>
            <a:ext cx="5183187" cy="368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4E634F-9D86-E314-2A3C-6E29DDCD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45C1-95A9-49A7-B925-B7A857AFD00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151612-C4D9-770C-AB4D-8209738D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D8422-A927-3DFC-E087-AE3BC2708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48F5-CBC5-41A9-916A-BE3A9ECC9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24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1490-D0C8-005C-D185-34A6E2DCF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4A2450-DB47-739F-346A-3C282ABF9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45C1-95A9-49A7-B925-B7A857AFD00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BAF953-7D59-D084-D6D0-45B575152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36838-2809-4788-F813-58CEBE90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48F5-CBC5-41A9-916A-BE3A9ECC9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94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B535C3-9FB0-72B1-6D1D-5EE929F3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45C1-95A9-49A7-B925-B7A857AFD00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E64168-7C50-C8E7-4BD0-431933CC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715EF-3314-F5A1-CE9C-5DEC11FB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48F5-CBC5-41A9-916A-BE3A9ECC9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739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749E0-A6F8-7306-BF7D-A701B08DA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201"/>
            <a:ext cx="39322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4FBAD-6D0B-4ECF-B1B9-C06DFF6A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49A97-0DA6-3435-1117-CE03F8468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403"/>
            <a:ext cx="3932234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8F6A2-9203-F82D-0646-3989EB796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45C1-95A9-49A7-B925-B7A857AFD00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853D6-3FFA-AC62-EF40-CA3F4989D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2DE09-DE0C-9B84-F469-A3C4A9B7C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48F5-CBC5-41A9-916A-BE3A9ECC9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406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770F7-1667-9C5F-EC44-8FD4F33D2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201"/>
            <a:ext cx="39322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87D2A-D2B0-B78A-B988-D4FD7C7FA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51063-E8AD-C759-367F-6C0FA1B0A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403"/>
            <a:ext cx="3932234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328EB-13C0-5DA7-4D9A-DDA9799F8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45C1-95A9-49A7-B925-B7A857AFD00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D9B04-36E9-EDB1-AACF-C2275FC03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CFB64-90B3-E225-B75E-6D422C4C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48F5-CBC5-41A9-916A-BE3A9ECC9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50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4D5E0-0722-94FC-42D8-EE68617AC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D600E-EC5F-4275-A1B5-E1CB0E630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F64A8-FCB4-D6DA-05AD-0BF42240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45C1-95A9-49A7-B925-B7A857AFD00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AA736-5A53-D95E-2E01-94F09167D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4AE91-956E-6938-31D7-8BAF363E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48F5-CBC5-41A9-916A-BE3A9ECC9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918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7AA58-91DC-3782-EAB2-D0A43BBD2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31"/>
            <a:ext cx="2628903" cy="58118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2836A-6D5F-98BE-3CF2-84EE05E7A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7" y="365131"/>
            <a:ext cx="7734302" cy="581183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E13D4-E8A3-63F6-77D8-E162180DA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45C1-95A9-49A7-B925-B7A857AFD00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93ED8-4793-73CD-37F1-DBD6E1D7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7D979-1B30-564D-25D5-C923B215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48F5-CBC5-41A9-916A-BE3A9ECC9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154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C43C5A-47CE-A4BF-F9E0-C1429D63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ACBCA-69B4-4532-9391-3B593FE35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3" y="1825626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7E369-ECCC-218B-90B8-D2D20D208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3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245C1-95A9-49A7-B925-B7A857AFD00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84F24-224A-9306-E51D-F2613EEF2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4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D2D24-7DF3-B5FF-2DB5-830AC682F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4" y="6356354"/>
            <a:ext cx="2743203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448F5-CBC5-41A9-916A-BE3A9ECC9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9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499BC0-EE35-0EBC-5F3A-861D4CCBE7B5}"/>
              </a:ext>
            </a:extLst>
          </p:cNvPr>
          <p:cNvSpPr/>
          <p:nvPr/>
        </p:nvSpPr>
        <p:spPr>
          <a:xfrm>
            <a:off x="623910" y="35708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8117E-BB8A-A634-65BC-975C90570343}"/>
              </a:ext>
            </a:extLst>
          </p:cNvPr>
          <p:cNvSpPr/>
          <p:nvPr/>
        </p:nvSpPr>
        <p:spPr>
          <a:xfrm>
            <a:off x="945222" y="35708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49DB45-DF70-ECD0-2052-311478C58446}"/>
              </a:ext>
            </a:extLst>
          </p:cNvPr>
          <p:cNvSpPr/>
          <p:nvPr/>
        </p:nvSpPr>
        <p:spPr>
          <a:xfrm>
            <a:off x="1266534" y="35708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3F8A4A-8724-7940-8180-9A74AA8F629D}"/>
              </a:ext>
            </a:extLst>
          </p:cNvPr>
          <p:cNvSpPr/>
          <p:nvPr/>
        </p:nvSpPr>
        <p:spPr>
          <a:xfrm>
            <a:off x="1587846" y="35708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9550E5-C36A-E1FC-C150-143B57BC84A7}"/>
              </a:ext>
            </a:extLst>
          </p:cNvPr>
          <p:cNvSpPr/>
          <p:nvPr/>
        </p:nvSpPr>
        <p:spPr>
          <a:xfrm>
            <a:off x="1909158" y="35708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EC32E9-CEFE-1333-0085-DE60FDD0C748}"/>
              </a:ext>
            </a:extLst>
          </p:cNvPr>
          <p:cNvSpPr/>
          <p:nvPr/>
        </p:nvSpPr>
        <p:spPr>
          <a:xfrm>
            <a:off x="295859" y="30104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50BA61-6193-ECBA-1633-CDE85EE8133B}"/>
              </a:ext>
            </a:extLst>
          </p:cNvPr>
          <p:cNvSpPr/>
          <p:nvPr/>
        </p:nvSpPr>
        <p:spPr>
          <a:xfrm>
            <a:off x="623910" y="254409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E3D470-A1E6-3C78-7C27-11067B7BBAA9}"/>
              </a:ext>
            </a:extLst>
          </p:cNvPr>
          <p:cNvSpPr/>
          <p:nvPr/>
        </p:nvSpPr>
        <p:spPr>
          <a:xfrm>
            <a:off x="945222" y="254409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70663B-8E49-2CA7-E250-517BE82D3251}"/>
              </a:ext>
            </a:extLst>
          </p:cNvPr>
          <p:cNvSpPr/>
          <p:nvPr/>
        </p:nvSpPr>
        <p:spPr>
          <a:xfrm>
            <a:off x="1266534" y="254409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F037D8-BBC4-4261-54B7-9D3302AE91D1}"/>
              </a:ext>
            </a:extLst>
          </p:cNvPr>
          <p:cNvSpPr/>
          <p:nvPr/>
        </p:nvSpPr>
        <p:spPr>
          <a:xfrm>
            <a:off x="1587846" y="254409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CD2AEC-34A2-4CDA-8E9E-63F851E4CD32}"/>
              </a:ext>
            </a:extLst>
          </p:cNvPr>
          <p:cNvSpPr/>
          <p:nvPr/>
        </p:nvSpPr>
        <p:spPr>
          <a:xfrm>
            <a:off x="1909158" y="254409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5EB5F6-F496-CEB9-5E9F-F8A5C7987D0E}"/>
              </a:ext>
            </a:extLst>
          </p:cNvPr>
          <p:cNvSpPr/>
          <p:nvPr/>
        </p:nvSpPr>
        <p:spPr>
          <a:xfrm>
            <a:off x="295859" y="248805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EC09D9-3433-4682-6FF2-E57CBABC5A33}"/>
              </a:ext>
            </a:extLst>
          </p:cNvPr>
          <p:cNvSpPr/>
          <p:nvPr/>
        </p:nvSpPr>
        <p:spPr>
          <a:xfrm>
            <a:off x="623910" y="473110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92AAA-00D3-E500-158A-F5266F1B980B}"/>
              </a:ext>
            </a:extLst>
          </p:cNvPr>
          <p:cNvSpPr/>
          <p:nvPr/>
        </p:nvSpPr>
        <p:spPr>
          <a:xfrm>
            <a:off x="945222" y="473110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7B2193-FA70-1609-FA30-4480781F55EB}"/>
              </a:ext>
            </a:extLst>
          </p:cNvPr>
          <p:cNvSpPr/>
          <p:nvPr/>
        </p:nvSpPr>
        <p:spPr>
          <a:xfrm>
            <a:off x="1266534" y="473110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B3B2A6-D211-F52F-1895-4973E482C09C}"/>
              </a:ext>
            </a:extLst>
          </p:cNvPr>
          <p:cNvSpPr/>
          <p:nvPr/>
        </p:nvSpPr>
        <p:spPr>
          <a:xfrm>
            <a:off x="1587846" y="473110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6D0E5C3-3464-F194-DB95-7E631F38A2B9}"/>
              </a:ext>
            </a:extLst>
          </p:cNvPr>
          <p:cNvSpPr/>
          <p:nvPr/>
        </p:nvSpPr>
        <p:spPr>
          <a:xfrm>
            <a:off x="1909158" y="473110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0A6F979-8830-9F9F-F713-229F84B8F768}"/>
              </a:ext>
            </a:extLst>
          </p:cNvPr>
          <p:cNvSpPr/>
          <p:nvPr/>
        </p:nvSpPr>
        <p:spPr>
          <a:xfrm>
            <a:off x="295859" y="467506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271344E8-187E-2CB3-1D77-913A510E750E}"/>
              </a:ext>
            </a:extLst>
          </p:cNvPr>
          <p:cNvCxnSpPr>
            <a:cxnSpLocks/>
            <a:stCxn id="84" idx="2"/>
          </p:cNvCxnSpPr>
          <p:nvPr/>
        </p:nvCxnSpPr>
        <p:spPr>
          <a:xfrm rot="10800000">
            <a:off x="792404" y="142632"/>
            <a:ext cx="608592" cy="218701"/>
          </a:xfrm>
          <a:prstGeom prst="bentConnector3">
            <a:avLst>
              <a:gd name="adj1" fmla="val 99822"/>
            </a:avLst>
          </a:prstGeom>
          <a:ln w="12700">
            <a:solidFill>
              <a:srgbClr val="8C6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BB64D007-7E8E-45F9-B0B7-31AEFE5D2A9B}"/>
              </a:ext>
            </a:extLst>
          </p:cNvPr>
          <p:cNvCxnSpPr>
            <a:cxnSpLocks/>
            <a:stCxn id="84" idx="6"/>
          </p:cNvCxnSpPr>
          <p:nvPr/>
        </p:nvCxnSpPr>
        <p:spPr>
          <a:xfrm flipV="1">
            <a:off x="1453384" y="142631"/>
            <a:ext cx="626480" cy="218701"/>
          </a:xfrm>
          <a:prstGeom prst="bentConnector3">
            <a:avLst>
              <a:gd name="adj1" fmla="val 100427"/>
            </a:avLst>
          </a:prstGeom>
          <a:ln w="12700">
            <a:solidFill>
              <a:srgbClr val="8C6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92FF5D6A-91FE-811D-009F-57EFFD735863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13899" y="251373"/>
            <a:ext cx="223838" cy="4"/>
          </a:xfrm>
          <a:prstGeom prst="bentConnector3">
            <a:avLst>
              <a:gd name="adj1" fmla="val 50000"/>
            </a:avLst>
          </a:prstGeom>
          <a:ln w="12700">
            <a:solidFill>
              <a:srgbClr val="8C6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05E146AC-437B-8745-634C-C4B957D0E995}"/>
              </a:ext>
            </a:extLst>
          </p:cNvPr>
          <p:cNvSpPr/>
          <p:nvPr/>
        </p:nvSpPr>
        <p:spPr>
          <a:xfrm>
            <a:off x="1400996" y="335138"/>
            <a:ext cx="52388" cy="52388"/>
          </a:xfrm>
          <a:prstGeom prst="ellipse">
            <a:avLst/>
          </a:prstGeom>
          <a:solidFill>
            <a:srgbClr val="8C6C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988F050C-2695-4C5E-1056-21679612BD46}"/>
              </a:ext>
            </a:extLst>
          </p:cNvPr>
          <p:cNvCxnSpPr>
            <a:cxnSpLocks/>
          </p:cNvCxnSpPr>
          <p:nvPr/>
        </p:nvCxnSpPr>
        <p:spPr>
          <a:xfrm rot="5400000">
            <a:off x="1260182" y="233078"/>
            <a:ext cx="12700" cy="321312"/>
          </a:xfrm>
          <a:prstGeom prst="bentConnector3">
            <a:avLst>
              <a:gd name="adj1" fmla="val 1000000"/>
            </a:avLst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456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53DB8046-294F-19E7-A585-CEF635C99D6B}"/>
              </a:ext>
            </a:extLst>
          </p:cNvPr>
          <p:cNvSpPr/>
          <p:nvPr/>
        </p:nvSpPr>
        <p:spPr>
          <a:xfrm>
            <a:off x="120064" y="27498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24B0619-F5A4-5CE4-DB13-E814B0DCC3F2}"/>
              </a:ext>
            </a:extLst>
          </p:cNvPr>
          <p:cNvSpPr/>
          <p:nvPr/>
        </p:nvSpPr>
        <p:spPr>
          <a:xfrm>
            <a:off x="441376" y="27498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DF55BB0-7F4F-6A56-1223-9F9231ACDE58}"/>
              </a:ext>
            </a:extLst>
          </p:cNvPr>
          <p:cNvSpPr/>
          <p:nvPr/>
        </p:nvSpPr>
        <p:spPr>
          <a:xfrm>
            <a:off x="762688" y="27498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01F910F-4918-C65E-8158-A9F1C6F4E0B4}"/>
              </a:ext>
            </a:extLst>
          </p:cNvPr>
          <p:cNvSpPr/>
          <p:nvPr/>
        </p:nvSpPr>
        <p:spPr>
          <a:xfrm>
            <a:off x="1434837" y="28664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99A3F7E-8395-23FF-06A6-70CA83D49BD9}"/>
              </a:ext>
            </a:extLst>
          </p:cNvPr>
          <p:cNvSpPr/>
          <p:nvPr/>
        </p:nvSpPr>
        <p:spPr>
          <a:xfrm>
            <a:off x="1756149" y="28664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CFD4D3C-F03A-13A0-7405-984708DA182C}"/>
              </a:ext>
            </a:extLst>
          </p:cNvPr>
          <p:cNvSpPr/>
          <p:nvPr/>
        </p:nvSpPr>
        <p:spPr>
          <a:xfrm>
            <a:off x="2077461" y="28664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FFB5D62-BC91-FB75-9ABD-22251EED22F3}"/>
              </a:ext>
            </a:extLst>
          </p:cNvPr>
          <p:cNvSpPr/>
          <p:nvPr/>
        </p:nvSpPr>
        <p:spPr>
          <a:xfrm>
            <a:off x="120064" y="246199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43A9CED-BED8-CA1C-B7B0-541DD4E40E1B}"/>
              </a:ext>
            </a:extLst>
          </p:cNvPr>
          <p:cNvSpPr/>
          <p:nvPr/>
        </p:nvSpPr>
        <p:spPr>
          <a:xfrm>
            <a:off x="441376" y="246199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654AA89-2AFB-F0E9-7798-76629652B79C}"/>
              </a:ext>
            </a:extLst>
          </p:cNvPr>
          <p:cNvSpPr/>
          <p:nvPr/>
        </p:nvSpPr>
        <p:spPr>
          <a:xfrm>
            <a:off x="762688" y="246199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1E6E0BE-E3E8-1293-297E-185CEF787D2F}"/>
              </a:ext>
            </a:extLst>
          </p:cNvPr>
          <p:cNvSpPr/>
          <p:nvPr/>
        </p:nvSpPr>
        <p:spPr>
          <a:xfrm>
            <a:off x="1434837" y="247365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07EC070-A5FC-FAC9-7A07-E5743503328A}"/>
              </a:ext>
            </a:extLst>
          </p:cNvPr>
          <p:cNvSpPr/>
          <p:nvPr/>
        </p:nvSpPr>
        <p:spPr>
          <a:xfrm>
            <a:off x="1756149" y="247365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D4CC3BC-98C0-CB40-D604-D5F558F2102D}"/>
              </a:ext>
            </a:extLst>
          </p:cNvPr>
          <p:cNvSpPr/>
          <p:nvPr/>
        </p:nvSpPr>
        <p:spPr>
          <a:xfrm>
            <a:off x="2077461" y="247365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EC1A495-FA8B-5AEE-9D18-B4D3905AD33D}"/>
              </a:ext>
            </a:extLst>
          </p:cNvPr>
          <p:cNvSpPr/>
          <p:nvPr/>
        </p:nvSpPr>
        <p:spPr>
          <a:xfrm>
            <a:off x="120064" y="464900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38501A5-4309-5EA8-4BE9-5450D72EBADF}"/>
              </a:ext>
            </a:extLst>
          </p:cNvPr>
          <p:cNvSpPr/>
          <p:nvPr/>
        </p:nvSpPr>
        <p:spPr>
          <a:xfrm>
            <a:off x="441376" y="464900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0611416-D943-C948-73EF-40461A72FEB9}"/>
              </a:ext>
            </a:extLst>
          </p:cNvPr>
          <p:cNvSpPr/>
          <p:nvPr/>
        </p:nvSpPr>
        <p:spPr>
          <a:xfrm>
            <a:off x="762688" y="464900"/>
            <a:ext cx="321312" cy="218701"/>
          </a:xfrm>
          <a:prstGeom prst="rect">
            <a:avLst/>
          </a:prstGeom>
          <a:solidFill>
            <a:srgbClr val="D5EF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B9D51D2-04F7-78DE-0858-F5744844E1BC}"/>
              </a:ext>
            </a:extLst>
          </p:cNvPr>
          <p:cNvSpPr/>
          <p:nvPr/>
        </p:nvSpPr>
        <p:spPr>
          <a:xfrm>
            <a:off x="1434837" y="466066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A9CF7C1-6B3B-858D-8BDD-F4D14875F622}"/>
              </a:ext>
            </a:extLst>
          </p:cNvPr>
          <p:cNvSpPr/>
          <p:nvPr/>
        </p:nvSpPr>
        <p:spPr>
          <a:xfrm>
            <a:off x="1756149" y="466066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3620578-ECDC-3B9A-6AF9-789F84B8862C}"/>
              </a:ext>
            </a:extLst>
          </p:cNvPr>
          <p:cNvSpPr/>
          <p:nvPr/>
        </p:nvSpPr>
        <p:spPr>
          <a:xfrm>
            <a:off x="2077461" y="466066"/>
            <a:ext cx="321312" cy="218701"/>
          </a:xfrm>
          <a:prstGeom prst="rect">
            <a:avLst/>
          </a:prstGeom>
          <a:solidFill>
            <a:srgbClr val="FCEFC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909A1568-1BDA-B1A5-8D11-DDEAA8C82181}"/>
              </a:ext>
            </a:extLst>
          </p:cNvPr>
          <p:cNvCxnSpPr>
            <a:cxnSpLocks/>
            <a:stCxn id="119" idx="2"/>
          </p:cNvCxnSpPr>
          <p:nvPr/>
        </p:nvCxnSpPr>
        <p:spPr>
          <a:xfrm rot="10800000">
            <a:off x="1583958" y="143200"/>
            <a:ext cx="319672" cy="209922"/>
          </a:xfrm>
          <a:prstGeom prst="bentConnector3">
            <a:avLst>
              <a:gd name="adj1" fmla="val 99660"/>
            </a:avLst>
          </a:prstGeom>
          <a:ln w="12700">
            <a:solidFill>
              <a:srgbClr val="8C6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6DCF25A7-0899-3CB0-1448-0B80FC311352}"/>
              </a:ext>
            </a:extLst>
          </p:cNvPr>
          <p:cNvCxnSpPr>
            <a:cxnSpLocks/>
            <a:stCxn id="119" idx="6"/>
          </p:cNvCxnSpPr>
          <p:nvPr/>
        </p:nvCxnSpPr>
        <p:spPr>
          <a:xfrm flipV="1">
            <a:off x="1956018" y="134421"/>
            <a:ext cx="283575" cy="218701"/>
          </a:xfrm>
          <a:prstGeom prst="bentConnector3">
            <a:avLst>
              <a:gd name="adj1" fmla="val 100944"/>
            </a:avLst>
          </a:prstGeom>
          <a:ln w="12700">
            <a:solidFill>
              <a:srgbClr val="8C6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48A59EFE-4248-7721-18AF-052022C20DF5}"/>
              </a:ext>
            </a:extLst>
          </p:cNvPr>
          <p:cNvCxnSpPr>
            <a:cxnSpLocks/>
          </p:cNvCxnSpPr>
          <p:nvPr/>
        </p:nvCxnSpPr>
        <p:spPr>
          <a:xfrm rot="16200000" flipV="1">
            <a:off x="1814945" y="243163"/>
            <a:ext cx="223838" cy="4"/>
          </a:xfrm>
          <a:prstGeom prst="bentConnector3">
            <a:avLst>
              <a:gd name="adj1" fmla="val 50000"/>
            </a:avLst>
          </a:prstGeom>
          <a:ln w="12700">
            <a:solidFill>
              <a:srgbClr val="8C6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7AC5BDC3-B0C9-93CE-F7B9-5613E768E89A}"/>
              </a:ext>
            </a:extLst>
          </p:cNvPr>
          <p:cNvSpPr/>
          <p:nvPr/>
        </p:nvSpPr>
        <p:spPr>
          <a:xfrm>
            <a:off x="1903630" y="326928"/>
            <a:ext cx="52388" cy="52388"/>
          </a:xfrm>
          <a:prstGeom prst="ellipse">
            <a:avLst/>
          </a:prstGeom>
          <a:solidFill>
            <a:srgbClr val="8C6C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C7EE608B-0EB9-A4EA-F7AC-3CCA0EA2A3C4}"/>
              </a:ext>
            </a:extLst>
          </p:cNvPr>
          <p:cNvCxnSpPr>
            <a:cxnSpLocks/>
            <a:stCxn id="119" idx="4"/>
          </p:cNvCxnSpPr>
          <p:nvPr/>
        </p:nvCxnSpPr>
        <p:spPr>
          <a:xfrm rot="5400000" flipH="1">
            <a:off x="1244339" y="-306169"/>
            <a:ext cx="26566" cy="1344404"/>
          </a:xfrm>
          <a:prstGeom prst="bentConnector4">
            <a:avLst>
              <a:gd name="adj1" fmla="val -561714"/>
              <a:gd name="adj2" fmla="val 99860"/>
            </a:avLst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759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Tomas Petricek</dc:creator>
  <cp:lastModifiedBy>Tomas Petricek</cp:lastModifiedBy>
  <cp:revision>3</cp:revision>
  <dcterms:created xsi:type="dcterms:W3CDTF">2026-07-09T21:25:25Z</dcterms:created>
  <dcterms:modified xsi:type="dcterms:W3CDTF">2026-07-09T21:36:29Z</dcterms:modified>
</cp:coreProperties>
</file>